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93A98-3ECD-0C6C-B6C7-29F76E73A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4AE7BF-05A8-4C39-00CB-8667FE209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095954-2080-B4F9-93DD-2CD9F3D9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3754B-E1B9-417A-807F-0A89201C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67ACB-9757-8E25-0FC8-5B986000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1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B5C6D-1350-E1B6-D08C-4282F90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8BFFF-DE8E-C567-359C-A08EDC75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95C36-1DF6-9218-A0BD-747BE274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27CC0F-6D46-5265-5E62-6D8F31A2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61B7E-4225-9E76-1A83-DEAF3836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6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D176A-712D-9DBA-0386-A2532DFD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AF86D0-73FB-AA7B-0715-71288A82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ECB12-54C5-A06A-BEC3-EAF10173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84DE5-839A-4260-8CC1-EB7E8FE4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D1E5A-2B26-D357-59EF-95A95E24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4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9AB97-81DF-B011-1B34-A0FCE44C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8B3000-37C1-ECCF-657A-6AAB8EB9D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4A0686-EA6D-4406-1DE3-25FAA749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A96235-1019-A2AF-5A17-EE74F6E2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DBF56-1386-0352-88DF-954EF4E9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1D4673-CD24-F220-52CD-00B9F515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8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66A11-D316-E691-1BE9-88D9F575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8CDFE-395A-052C-A611-CB33EAC2A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680718-9DF9-D926-C5C7-4355D93D9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798EF8-BF52-332B-5364-4DE908E8C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49B95C-6B0C-CAB8-BA1D-6F18442D5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893CFD-1F79-C122-F7FD-1C87CA3A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535B8E-0FF8-8F14-7015-F0EDB2B4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0CE3CF-C3ED-4831-1642-0648B340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8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9D5CC-45A5-8E6E-B99B-8A9633EE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8E21D6-B0E0-7083-9496-2ED6EA43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02FC1-D860-A577-FEE0-6CAD3DF7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1074A0-D97A-B627-C685-9511D804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92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BC2FCA-267D-9420-7F9C-E44A2397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633C24-5052-C979-897E-485F79E4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ED1386-A8CF-8E40-3F7B-47193E98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45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048B9-1745-B0E3-7ED0-0E59D6DB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34B8C-EF1D-210E-4D90-7238819C8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F8C3E5-C690-F8FA-9B0F-3DDFD5CB9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07DED5-5D4B-678E-F0AF-BCDF39BC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3CEC1D-2876-7D2C-DD66-6CC8583A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DCFB9E-3E69-7256-62C4-AE2B90DF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2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2226B-F47E-A86A-5C86-D6E16A47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7E770F-12F5-8995-CE07-9A4B7F96D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1DBF33-0502-0793-DE58-7671A95C4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571E9-7A59-8DA9-D8C1-5A535E51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C75C2D-C62D-197D-F8B5-227A6706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45B672-DA5F-C26F-E73F-A23262EB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46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E0A90-762B-4DCF-BDCB-A6B19DEC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0766CF-C350-9E0F-A616-413B0B771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55005-D0BF-8F48-353A-7F12D1A2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8896CD-34E6-849B-936C-8A03A3E9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D70A1B-21C6-B4A4-DEDE-79BEFC0B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5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529ACE-8C01-7110-F4C4-CF701F911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705D43-EAF1-9699-F582-913F8F33B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95D9D-5E2C-5593-64B6-341519AA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7DF80-EC4B-E95B-08E5-973FDD83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C96A44-331E-01E5-0D4E-0603A662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8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9B6BB-4A84-74F4-1FE6-F09FFBD9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8D1D31-8E25-6BB4-D370-8A7852C24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F917E-4FBE-4905-13B8-1DEB5769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4F098-26C4-6014-F95F-E172B9E7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87D9C-071B-DC81-A1FE-777E2899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4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108089-3383-113D-FDA3-9322B74A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106837-4832-CC1E-5658-182A31490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0320B-7BE6-C54A-41DD-CB8E62CC1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14BFE-451C-4DAE-B4C2-6349FD2372F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B6797-A91B-7025-8027-0BCCAD85C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95474-C788-7610-C6F1-A31036922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68CA8-4C92-44AF-8F9D-3E1E91936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78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2A588-DC0A-BF88-EFB6-62455D5738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Redis Chaos 5-run Comparison (10x Load)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CA542A-36E3-7004-5C8A-904F4C7D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Scenarios: failover / node-down / scale-in
Clients: CSRedis vs StackExchange.Redis
Source: artifacts\chaos-10x\batch-real5x10\aggregate.summary.csv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6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A2394-6CDD-66E0-04DB-1E6A876C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Setup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77FAC9-06CB-B9C6-8F65-F8F46180C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- 5 real iterations
- Full cluster restart before each iteration
- Request volume scaled to 10x
- Same workload for both clients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02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66DB1-F656-F06E-6968-A9F10359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Overview: failover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2DB7A9-02D5-3488-A80B-27ACAC620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32.52%
- AvgMixedQps: 2820.33
- AvgMixedP95: 979.67 ms
- AvgMixedP99: 2091.09 ms
- AvgWorstMethodP95Ratio: 20.48x
StackExchange.Redis:
- AvgSuccessRate: 93.63%
- AvgMixedQps: 468.17
- AvgMixedP95: 659.82 ms
- AvgMixedP99: 1105.12 ms
- AvgWorstMethodP95Ratio: 10.56x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83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30456-B525-9AE7-3261-56BB6AD7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Overview: node-down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3DCB1E-92DE-E763-2DCA-A04514633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15.57%
- AvgMixedQps: 2836.45
- AvgMixedP95: 785.81 ms
- AvgMixedP99: 2284.92 ms
- AvgWorstMethodP95Ratio: 45.38x
StackExchange.Redis:
- AvgSuccessRate: 77.88%
- AvgMixedQps: 559.74
- AvgMixedP95: 578.14 ms
- AvgMixedP99: 835.19 ms
- AvgWorstMethodP95Ratio: 9.19x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5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DDA16-3965-B87F-8099-CFC76411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Overview: scale-in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ED16F-699B-4A6A-B72C-03FA7CFF6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15.57%
- AvgMixedQps: 2868.4
- AvgMixedP95: 855.29 ms
- AvgMixedP99: 2114.48 ms
- AvgWorstMethodP95Ratio: 21.62x
StackExchange.Redis:
- AvgSuccessRate: 77.84%
- AvgMixedQps: 546.51
- AvgMixedP95: 590.68 ms
- AvgMixedP99: 858.91 ms
- AvgWorstMethodP95Ratio: 8.37x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732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0DCBB-DE46-C88E-C018-339382A0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Detail: failover (all 5 runs)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E1366C-BC1C-67CD-5B75-D72306C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/>
              <a:t>Iteration | Suite | SuccessRate | MixedQps | MixedP95 | MixedP99 | WorstP95Ratio | Verdict
--------- | ----- | ---------- | -------- | -------- | -------- | ------------- | -------
1 | csredis | 15.8% | 3516.81 | 1.22 | 14.78 | 2.67x | FAIL
1 | stackexchange | 96.5% | 445.9 | 728.01 | 1133.55 | 9.81x | FAIL
2 | csredis | 15.71% | 3480.19 | 1.29 | 29.4 | 1.06x | FAIL
2 | stackexchange | 92.69% | 454.67 | 692.38 | 1345.87 | 8.48x | FAIL
3 | csredis | 15.78% | 3507.43 | 1.01 | 18.29 | 1.02x | FAIL
3 | stackexchange | 96.59% | 446.88 | 713.85 | 1151.75 | 11.98x | FAIL
4 | csredis | 15.53% | 3506.58 | 1.18 | 17.53 | 0.91x | FAIL
4 | stackexchange | 96.66% | 533.47 | 522.27 | 858.31 | 10.1x | FAIL
5 | csredis | 99.78% | 90.63 | 4893.64 | 10375.44 | 96.75x | FAIL
5 | stackexchange | 85.69% | 459.92 | 642.61 | 1036.12 | 12.43x | FAIL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31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425E8-0BF2-A714-21AE-1F890B81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Detail: node-down (all 5 runs)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A4F676-7027-EBE9-5DF9-E6751E6E1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/>
              <a:t>Iteration | Suite | SuccessRate | MixedQps | MixedP95 | MixedP99 | WorstP95Ratio | Verdict
--------- | ----- | ---------- | -------- | -------- | -------- | ------------- | -------
1 | csredis | 0% | 3514.85 | 1.9 | 14.36 | 8.38x | FAIL
1 | stackexchange | 77.79% | 583.54 | 528.33 | 729.37 | 9.33x | FAIL
2 | csredis | 0% | 3550.63 | 1.21 | 16.23 | 3.24x | FAIL
2 | stackexchange | 77.77% | 500.79 | 660.24 | 1116.04 | 10.88x | FAIL
3 | csredis | 0% | 3490.42 | 1.97 | 26.51 | 7.16x | FAIL
3 | stackexchange | 77.48% | 594.78 | 541.46 | 761.65 | 9.36x | FAIL
4 | csredis | 0% | 3535.97 | 1.19 | 12.1 | 4.79x | FAIL
4 | stackexchange | 77.6% | 590.5 | 559.22 | 743.79 | 7.7x | FAIL
5 | csredis | 77.84% | 90.38 | 3922.78 | 11355.4 | 203.33x | FAIL
5 | stackexchange | 78.78% | 529.08 | 601.46 | 825.09 | 8.68x | FAIL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874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E8B0E-8E06-F2F2-A4D4-354DD256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Detail: scale-in (all 5 runs)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004AA6-94B4-C3C3-4E8A-27BD5ECAC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/>
              <a:t>Iteration | Suite | SuccessRate | MixedQps | MixedP95 | MixedP99 | WorstP95Ratio | Verdict
--------- | ----- | ---------- | -------- | -------- | -------- | ------------- | -------
1 | csredis | 0% | 3633.2 | 0.75 | 8.31 | 2.58x | FAIL
1 | stackexchange | 77.84% | 526.68 | 604.23 | 975.27 | 9.77x | FAIL
2 | csredis | 0% | 3543.8 | 1.29 | 13.11 | 4.31x | FAIL
2 | stackexchange | 77.84% | 560.01 | 600.91 | 859.39 | 8.87x | FAIL
3 | csredis | 0% | 3556.13 | 1.06 | 12.16 | 2x | FAIL
3 | stackexchange | 77.84% | 586.97 | 513.83 | 749.4 | 9.78x | FAIL
4 | csredis | 0% | 3504.13 | 1.44 | 15.26 | 5.34x | FAIL
4 | stackexchange | 77.84% | 576.24 | 559.58 | 812.06 | 7.47x | FAIL
5 | csredis | 77.84% | 104.73 | 4271.91 | 10523.55 | 93.85x | FAIL
5 | stackexchange | 77.84% | 482.67 | 674.84 | 898.41 | 5.95x | FAIL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57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6D862-422F-E156-EB24-2EABB5E5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51AB9D-98C3-A010-0B34-B01105C5A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- StackExchange.Redis remains stronger in availability and latency under all three fault scenarios.
- CSRedis shows severe instability in node-down and scale-in windows.
- Recommend StackExchange.Redis as the default production client for fault tolerance.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4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宽屏</PresentationFormat>
  <Paragraphs>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Redis Chaos 5-run Comparison (10x Load)</vt:lpstr>
      <vt:lpstr>Setup</vt:lpstr>
      <vt:lpstr>Scenario Overview: failover</vt:lpstr>
      <vt:lpstr>Scenario Overview: node-down</vt:lpstr>
      <vt:lpstr>Scenario Overview: scale-in</vt:lpstr>
      <vt:lpstr>Detail: failover (all 5 runs)</vt:lpstr>
      <vt:lpstr>Detail: node-down (all 5 runs)</vt:lpstr>
      <vt:lpstr>Detail: scale-in (all 5 runs)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 Hau.IM</dc:creator>
  <cp:lastModifiedBy>Amer Hau.IM</cp:lastModifiedBy>
  <cp:revision>1</cp:revision>
  <dcterms:created xsi:type="dcterms:W3CDTF">2026-05-05T15:49:17Z</dcterms:created>
  <dcterms:modified xsi:type="dcterms:W3CDTF">2026-05-05T15:49:17Z</dcterms:modified>
</cp:coreProperties>
</file>
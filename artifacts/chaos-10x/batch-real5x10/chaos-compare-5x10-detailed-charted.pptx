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SuccessRate by Iteration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csredis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15.8</c:v>
              </c:pt>
              <c:pt idx="1">
                <c:v>15.71</c:v>
              </c:pt>
              <c:pt idx="2">
                <c:v>15.78</c:v>
              </c:pt>
              <c:pt idx="3">
                <c:v>15.53</c:v>
              </c:pt>
              <c:pt idx="4">
                <c:v>99.78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BA38-4DF2-B837-C5502120491E}"/>
            </c:ext>
          </c:extLst>
        </c:ser>
        <c:ser>
          <c:idx val="1"/>
          <c:order val="1"/>
          <c:tx>
            <c:v>stackexchange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96.5</c:v>
              </c:pt>
              <c:pt idx="1">
                <c:v>92.69</c:v>
              </c:pt>
              <c:pt idx="2">
                <c:v>96.59</c:v>
              </c:pt>
              <c:pt idx="3">
                <c:v>96.66</c:v>
              </c:pt>
              <c:pt idx="4">
                <c:v>85.69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BA38-4DF2-B837-C550212049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1399840"/>
        <c:axId val="1113993072"/>
      </c:lineChart>
      <c:catAx>
        <c:axId val="1121399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13993072"/>
        <c:crosses val="autoZero"/>
        <c:auto val="1"/>
        <c:lblAlgn val="ctr"/>
        <c:lblOffset val="100"/>
        <c:noMultiLvlLbl val="0"/>
      </c:catAx>
      <c:valAx>
        <c:axId val="1113993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SuccessRate(%)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1399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MixedP95 by Iteration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csredis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1.22</c:v>
              </c:pt>
              <c:pt idx="1">
                <c:v>1.29</c:v>
              </c:pt>
              <c:pt idx="2">
                <c:v>1.01</c:v>
              </c:pt>
              <c:pt idx="3">
                <c:v>1.18</c:v>
              </c:pt>
              <c:pt idx="4">
                <c:v>4893.6400000000003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BDD7-46D7-A5B9-440D4D2EF24F}"/>
            </c:ext>
          </c:extLst>
        </c:ser>
        <c:ser>
          <c:idx val="1"/>
          <c:order val="1"/>
          <c:tx>
            <c:v>stackexchange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728.01</c:v>
              </c:pt>
              <c:pt idx="1">
                <c:v>692.38</c:v>
              </c:pt>
              <c:pt idx="2">
                <c:v>713.85</c:v>
              </c:pt>
              <c:pt idx="3">
                <c:v>522.27</c:v>
              </c:pt>
              <c:pt idx="4">
                <c:v>642.61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BDD7-46D7-A5B9-440D4D2EF2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16509696"/>
        <c:axId val="1122376064"/>
      </c:lineChart>
      <c:catAx>
        <c:axId val="1116509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2376064"/>
        <c:crosses val="autoZero"/>
        <c:auto val="1"/>
        <c:lblAlgn val="ctr"/>
        <c:lblOffset val="100"/>
        <c:noMultiLvlLbl val="0"/>
      </c:catAx>
      <c:valAx>
        <c:axId val="1122376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Latency(ms)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16509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SuccessRate by Iteration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csredis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77.84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6026-44F7-907F-02E851600734}"/>
            </c:ext>
          </c:extLst>
        </c:ser>
        <c:ser>
          <c:idx val="1"/>
          <c:order val="1"/>
          <c:tx>
            <c:v>stackexchange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77.790000000000006</c:v>
              </c:pt>
              <c:pt idx="1">
                <c:v>77.77</c:v>
              </c:pt>
              <c:pt idx="2">
                <c:v>77.48</c:v>
              </c:pt>
              <c:pt idx="3">
                <c:v>77.599999999999994</c:v>
              </c:pt>
              <c:pt idx="4">
                <c:v>78.78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6026-44F7-907F-02E8516007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3966160"/>
        <c:axId val="1123970480"/>
      </c:lineChart>
      <c:catAx>
        <c:axId val="1123966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3970480"/>
        <c:crosses val="autoZero"/>
        <c:auto val="1"/>
        <c:lblAlgn val="ctr"/>
        <c:lblOffset val="100"/>
        <c:noMultiLvlLbl val="0"/>
      </c:catAx>
      <c:valAx>
        <c:axId val="1123970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SuccessRate(%)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3966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MixedP95 by Iteration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csredis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1.9</c:v>
              </c:pt>
              <c:pt idx="1">
                <c:v>1.21</c:v>
              </c:pt>
              <c:pt idx="2">
                <c:v>1.97</c:v>
              </c:pt>
              <c:pt idx="3">
                <c:v>1.19</c:v>
              </c:pt>
              <c:pt idx="4">
                <c:v>3922.78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6035-46EB-9E26-65F7E3FA997D}"/>
            </c:ext>
          </c:extLst>
        </c:ser>
        <c:ser>
          <c:idx val="1"/>
          <c:order val="1"/>
          <c:tx>
            <c:v>stackexchange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528.33000000000004</c:v>
              </c:pt>
              <c:pt idx="1">
                <c:v>660.24</c:v>
              </c:pt>
              <c:pt idx="2">
                <c:v>541.46</c:v>
              </c:pt>
              <c:pt idx="3">
                <c:v>559.22</c:v>
              </c:pt>
              <c:pt idx="4">
                <c:v>601.46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6035-46EB-9E26-65F7E3FA99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88069984"/>
        <c:axId val="788070464"/>
      </c:lineChart>
      <c:catAx>
        <c:axId val="788069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88070464"/>
        <c:crosses val="autoZero"/>
        <c:auto val="1"/>
        <c:lblAlgn val="ctr"/>
        <c:lblOffset val="100"/>
        <c:noMultiLvlLbl val="0"/>
      </c:catAx>
      <c:valAx>
        <c:axId val="788070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Latency(ms)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88069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SuccessRate by Iteration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csredis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77.84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2593-465E-B2DC-5715B8AE4B99}"/>
            </c:ext>
          </c:extLst>
        </c:ser>
        <c:ser>
          <c:idx val="1"/>
          <c:order val="1"/>
          <c:tx>
            <c:v>stackexchange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77.84</c:v>
              </c:pt>
              <c:pt idx="1">
                <c:v>77.84</c:v>
              </c:pt>
              <c:pt idx="2">
                <c:v>77.84</c:v>
              </c:pt>
              <c:pt idx="3">
                <c:v>77.84</c:v>
              </c:pt>
              <c:pt idx="4">
                <c:v>77.84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2593-465E-B2DC-5715B8AE4B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6027328"/>
        <c:axId val="1122854624"/>
      </c:lineChart>
      <c:catAx>
        <c:axId val="1126027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2854624"/>
        <c:crosses val="autoZero"/>
        <c:auto val="1"/>
        <c:lblAlgn val="ctr"/>
        <c:lblOffset val="100"/>
        <c:noMultiLvlLbl val="0"/>
      </c:catAx>
      <c:valAx>
        <c:axId val="1122854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SuccessRate(%)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6027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MixedP95 by Iteration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csredis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0.75</c:v>
              </c:pt>
              <c:pt idx="1">
                <c:v>1.29</c:v>
              </c:pt>
              <c:pt idx="2">
                <c:v>1.06</c:v>
              </c:pt>
              <c:pt idx="3">
                <c:v>1.44</c:v>
              </c:pt>
              <c:pt idx="4">
                <c:v>4271.91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7E29-4258-87A5-FD02F7A57AA0}"/>
            </c:ext>
          </c:extLst>
        </c:ser>
        <c:ser>
          <c:idx val="1"/>
          <c:order val="1"/>
          <c:tx>
            <c:v>stackexchange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604.23</c:v>
              </c:pt>
              <c:pt idx="1">
                <c:v>600.91</c:v>
              </c:pt>
              <c:pt idx="2">
                <c:v>513.83000000000004</c:v>
              </c:pt>
              <c:pt idx="3">
                <c:v>559.58000000000004</c:v>
              </c:pt>
              <c:pt idx="4">
                <c:v>674.84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4-7E29-4258-87A5-FD02F7A57A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2424912"/>
        <c:axId val="1122422512"/>
      </c:lineChart>
      <c:catAx>
        <c:axId val="1122424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2422512"/>
        <c:crosses val="autoZero"/>
        <c:auto val="1"/>
        <c:lblAlgn val="ctr"/>
        <c:lblOffset val="100"/>
        <c:noMultiLvlLbl val="0"/>
      </c:catAx>
      <c:valAx>
        <c:axId val="1122422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Latency(ms)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2424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6E5621-2D47-2044-2EFB-79784C98B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88DB18-0954-D809-A1A7-9CD887478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80787B-6A09-B40A-D6D0-A618503D3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611C7-51D5-45C2-A6CD-3189CC0C2A69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1A46D6-23D5-9F09-855D-D929B62AF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54244A-4285-AB80-41D7-C31E32407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4A0-5CFF-481A-94D3-4254F683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329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589E54-30E1-1D0E-D436-5C6ADF6B6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38786F-F34A-EB94-2058-863CD6D83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8AC6C5-9C9D-85D9-80AE-76933702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611C7-51D5-45C2-A6CD-3189CC0C2A69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3F70E-8170-F7CA-A360-6D16F5670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1C1ECD-ABAF-48A7-3659-06191ED31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4A0-5CFF-481A-94D3-4254F683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915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7718EE-6DA3-042E-94EC-97FEDD7E0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0457AD-9DD6-20FD-0B98-3233848DE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3B40B3-1C40-2FF2-B4A5-51191DC6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611C7-51D5-45C2-A6CD-3189CC0C2A69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B5479A-2EF0-D6DB-19EA-C3A223B50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CD32FD-3541-722E-AAF1-42613908D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4A0-5CFF-481A-94D3-4254F683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64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B463F-A5FC-3AD7-560C-BEA612C88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F06DAF-96A7-07CE-1A90-613447E0DC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93C116-E9E0-3E4B-83D1-E10867C02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A40C04-FD06-D3D8-B709-7E8269574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611C7-51D5-45C2-A6CD-3189CC0C2A69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4E9086-7081-E960-944B-288DDFE85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47575A-8110-6B39-10BD-2250E9127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4A0-5CFF-481A-94D3-4254F683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856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7930AB-5525-23CE-7BA5-1E2D263DE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82271C-A1CE-A87C-CFD5-720C66533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E57185-C601-CCFF-DF22-4791E47A5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3A1E9C7-4CF5-4EF0-A382-DDCF4559F7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ECC65D7-52BE-6E5E-D4DB-7FC93B705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47949BF-8638-DAF1-E319-A586B409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611C7-51D5-45C2-A6CD-3189CC0C2A69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6B34EEB-E92F-4492-7EBA-B1088861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8AD7373-D069-29DD-3A34-B7547F67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4A0-5CFF-481A-94D3-4254F683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46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E3AF4A-6482-294B-14A8-D180C527D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A51F8C-C3BD-3074-7B73-5417275EC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611C7-51D5-45C2-A6CD-3189CC0C2A69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E4B902F-5986-1EDB-A0D1-A2555BF08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580EC9-B03D-D555-6C34-D49F02EC2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4A0-5CFF-481A-94D3-4254F683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935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1221F-9536-A8D2-4224-D0B8006A4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611C7-51D5-45C2-A6CD-3189CC0C2A69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C6F278-3861-DF82-F2B4-826D0ABCB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53DAEB-F5B6-4D86-079C-4056F708C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4A0-5CFF-481A-94D3-4254F683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480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13CCBD-EA3C-6D6B-48AD-4BEF1F425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179B91-3468-ABB5-65DD-32986C9BF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98CCAF-EA61-A654-4A07-83ABECD3D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186F02-0A34-A392-D553-B7D7BA281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611C7-51D5-45C2-A6CD-3189CC0C2A69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05AA3A-D225-E7FE-356E-91F5BB57F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8B23B8-B049-D224-6A4D-DDD669619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4A0-5CFF-481A-94D3-4254F683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22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F83C9A-1977-A735-6BD3-1477F103B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0E7151-ADEF-4114-3080-BFA6C75B74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B9D454-EC2B-DC0B-30CF-6261532C8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6E16B8-745A-EF95-080D-E1FA10B49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611C7-51D5-45C2-A6CD-3189CC0C2A69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1E6295-F7E2-EC7B-109D-C9555312A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B27366-F265-9F73-9A10-3CD56F181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4A0-5CFF-481A-94D3-4254F683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540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4270B7-0376-3DDD-0D33-23F729C07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06FB3F-DB88-06AA-88E0-44B21F17A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79D055-7BB5-F803-CA6D-F7140B399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611C7-51D5-45C2-A6CD-3189CC0C2A69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E93DEB-71D3-C0D9-2114-57F779A3F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1EEA31-3CA4-C0C0-61A7-E60681A02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4A0-5CFF-481A-94D3-4254F683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0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AA44DC-68E1-9CF2-2F7C-26A47011B9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1E4FDF-AB90-37D2-8A3B-5DEFFB039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EFBF37-8D53-EE22-CE0C-361240FD8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611C7-51D5-45C2-A6CD-3189CC0C2A69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C528A-157C-2FAF-4169-519EFBE24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DE20E2-4A1E-1C1C-ADA1-69A7FC4B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4A0-5CFF-481A-94D3-4254F683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7492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B84F99-5A2C-3EC7-F333-BADDD5468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35E9CF-401D-1E57-5CB2-57369FAA1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442585-F1FA-C726-7F7E-DD681A8E9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611C7-51D5-45C2-A6CD-3189CC0C2A69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A3AE7F-9585-B562-0981-97B8A1228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87947-8F6A-3718-ABD5-9C573A0E2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4A0-5CFF-481A-94D3-4254F683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67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preserve="1">
  <p:cSld name="标题，图表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4C8911-4EEA-202E-E612-2143DED3A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>
            <a:extLst>
              <a:ext uri="{FF2B5EF4-FFF2-40B4-BE49-F238E27FC236}">
                <a16:creationId xmlns:a16="http://schemas.microsoft.com/office/drawing/2014/main" id="{3CA13524-3B1B-6924-E183-1C5E19701CB1}"/>
              </a:ext>
            </a:extLst>
          </p:cNvPr>
          <p:cNvSpPr>
            <a:spLocks noGrp="1"/>
          </p:cNvSpPr>
          <p:nvPr>
            <p:ph type="chart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4B0B96-4E21-D267-46F5-5BE8C425F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7D0D17-34FC-98FB-F27A-803289FD8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611C7-51D5-45C2-A6CD-3189CC0C2A69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3BD6D-5FC1-A417-60CE-049267C4B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814F18-9E25-D8A1-F368-4D3ACA656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564A0-5CFF-481A-94D3-4254F683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537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688D2E7-A2E5-B9C8-0FEB-1C78A2CEF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E6EE83-7117-0876-131D-58B2BE390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6FE709-BF4A-CC82-8EBD-9F81C10D42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2611C7-51D5-45C2-A6CD-3189CC0C2A69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D5ED5F-28E4-D623-F322-901D5C8628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F5AE40-A550-D868-E945-FE2CC2412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5564A0-5CFF-481A-94D3-4254F6835C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297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F05080-5897-98BE-3CDF-1390D5706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Redis Chaos 5-Run Report (10x load)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F0CBB1-863C-4BC2-ED8E-21DBE8948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Order: scenario stats -&gt; detail charts
Data source: artifacts\chaos-10x\batch-real5x10\aggregate.summary.csv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903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8588AD-E19D-9363-D387-3CE47D6F4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Test Setup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915B37-E969-A11E-81C9-C65974D6C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- 5 real iterations
- full cluster restart before each run
- scenario per run: failover / node-down / scale-in
- compare: csredis vs stackexchange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17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DC9C5E-FA1A-0852-7E9F-09FC2FE0A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Scenario Stats: failover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F31C3D-6C55-7D1F-F2BC-BA9E00E0B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CN"/>
              <a:t>CSRedis:
- AvgSuccessRate: 32.52%
- AvgMixedQps: 2820.33
- AvgMixedP95: 979.67 ms
- AvgMixedP99: 2091.09 ms
- AvgWorstMethodP95Ratio: 20.48x
StackExchange.Redis:
- AvgSuccessRate: 93.63%
- AvgMixedQps: 468.17
- AvgMixedP95: 659.82 ms
- AvgMixedP99: 1105.12 ms
- AvgWorstMethodP95Ratio: 10.56x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604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5629F-6EBE-133F-FD53-BE6B3605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图表占位符 5">
            <a:extLst>
              <a:ext uri="{FF2B5EF4-FFF2-40B4-BE49-F238E27FC236}">
                <a16:creationId xmlns:a16="http://schemas.microsoft.com/office/drawing/2014/main" id="{AA433BEE-4CDC-3084-0F24-97D6BC629C8A}"/>
              </a:ext>
            </a:extLst>
          </p:cNvPr>
          <p:cNvGraphicFramePr>
            <a:graphicFrameLocks noGrp="1"/>
          </p:cNvGraphicFramePr>
          <p:nvPr>
            <p:ph type="chart" sz="half" idx="1"/>
            <p:extLst>
              <p:ext uri="{D42A27DB-BD31-4B8C-83A1-F6EECF244321}">
                <p14:modId xmlns:p14="http://schemas.microsoft.com/office/powerpoint/2010/main" val="2783119703"/>
              </p:ext>
            </p:extLst>
          </p:nvPr>
        </p:nvGraphicFramePr>
        <p:xfrm>
          <a:off x="1524000" y="889000"/>
          <a:ext cx="914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FEBA60-B29C-53CF-3238-99EB9A3B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70A691-EFA9-1263-8D1D-ABF1F52B3A8F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/>
              <a:t>Scenario Detail (5 runs): failover / SuccessRate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499628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6F433-FC3A-9F21-2BCC-168BE205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图表占位符 5">
            <a:extLst>
              <a:ext uri="{FF2B5EF4-FFF2-40B4-BE49-F238E27FC236}">
                <a16:creationId xmlns:a16="http://schemas.microsoft.com/office/drawing/2014/main" id="{127F1C89-1BDB-A7B8-FC9F-A93C7F9B0704}"/>
              </a:ext>
            </a:extLst>
          </p:cNvPr>
          <p:cNvGraphicFramePr>
            <a:graphicFrameLocks noGrp="1"/>
          </p:cNvGraphicFramePr>
          <p:nvPr>
            <p:ph type="chart" sz="half" idx="1"/>
            <p:extLst>
              <p:ext uri="{D42A27DB-BD31-4B8C-83A1-F6EECF244321}">
                <p14:modId xmlns:p14="http://schemas.microsoft.com/office/powerpoint/2010/main" val="4223558990"/>
              </p:ext>
            </p:extLst>
          </p:nvPr>
        </p:nvGraphicFramePr>
        <p:xfrm>
          <a:off x="1524000" y="889000"/>
          <a:ext cx="914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006388-8229-B593-2597-32B95C313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057A68-294C-36EF-8647-79BE7DA15A54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/>
              <a:t>Scenario Detail (5 runs): failover / MixedP95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423498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0E0250-F4D5-BF23-B6B7-018D430F9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Scenario Stats: node-down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EF3AD6-5C40-FF8F-E475-05E224D7F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CN"/>
              <a:t>CSRedis:
- AvgSuccessRate: 15.57%
- AvgMixedQps: 2836.45
- AvgMixedP95: 785.81 ms
- AvgMixedP99: 2284.92 ms
- AvgWorstMethodP95Ratio: 45.38x
StackExchange.Redis:
- AvgSuccessRate: 77.88%
- AvgMixedQps: 559.74
- AvgMixedP95: 578.14 ms
- AvgMixedP99: 835.19 ms
- AvgWorstMethodP95Ratio: 9.19x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705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8BAF0-25AD-DC72-05D8-7EFE536CA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图表占位符 5">
            <a:extLst>
              <a:ext uri="{FF2B5EF4-FFF2-40B4-BE49-F238E27FC236}">
                <a16:creationId xmlns:a16="http://schemas.microsoft.com/office/drawing/2014/main" id="{363C643A-2E6A-ABA8-0A77-DB4E528F1175}"/>
              </a:ext>
            </a:extLst>
          </p:cNvPr>
          <p:cNvGraphicFramePr>
            <a:graphicFrameLocks noGrp="1"/>
          </p:cNvGraphicFramePr>
          <p:nvPr>
            <p:ph type="chart" sz="half" idx="1"/>
            <p:extLst>
              <p:ext uri="{D42A27DB-BD31-4B8C-83A1-F6EECF244321}">
                <p14:modId xmlns:p14="http://schemas.microsoft.com/office/powerpoint/2010/main" val="3921726123"/>
              </p:ext>
            </p:extLst>
          </p:nvPr>
        </p:nvGraphicFramePr>
        <p:xfrm>
          <a:off x="1524000" y="889000"/>
          <a:ext cx="914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A2B8C7-507B-4118-F797-1390896EA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486A19-4001-F384-E655-FE9BFF2D1CB2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/>
              <a:t>Scenario Detail (5 runs): node-down / SuccessRate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531453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C7C202-1758-286B-66E8-CA40FB5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图表占位符 5">
            <a:extLst>
              <a:ext uri="{FF2B5EF4-FFF2-40B4-BE49-F238E27FC236}">
                <a16:creationId xmlns:a16="http://schemas.microsoft.com/office/drawing/2014/main" id="{6F3727C2-E6A3-209D-F389-5F617995E8EF}"/>
              </a:ext>
            </a:extLst>
          </p:cNvPr>
          <p:cNvGraphicFramePr>
            <a:graphicFrameLocks noGrp="1"/>
          </p:cNvGraphicFramePr>
          <p:nvPr>
            <p:ph type="chart" sz="half" idx="1"/>
            <p:extLst>
              <p:ext uri="{D42A27DB-BD31-4B8C-83A1-F6EECF244321}">
                <p14:modId xmlns:p14="http://schemas.microsoft.com/office/powerpoint/2010/main" val="2052777382"/>
              </p:ext>
            </p:extLst>
          </p:nvPr>
        </p:nvGraphicFramePr>
        <p:xfrm>
          <a:off x="1524000" y="889000"/>
          <a:ext cx="914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AB15D0-4D7C-CDF2-29B9-3856C4909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10F0D3-775F-DCC0-2729-0D6E6DA7A457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/>
              <a:t>Scenario Detail (5 runs): node-down / MixedP95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104375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B98A01-A7A1-6625-BEBD-6494FA551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Scenario Stats: scale-in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F492F3-A5DB-BE9D-C8A4-437F3585F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CN"/>
              <a:t>CSRedis:
- AvgSuccessRate: 15.57%
- AvgMixedQps: 2868.4
- AvgMixedP95: 855.29 ms
- AvgMixedP99: 2114.48 ms
- AvgWorstMethodP95Ratio: 21.62x
StackExchange.Redis:
- AvgSuccessRate: 77.84%
- AvgMixedQps: 546.51
- AvgMixedP95: 590.68 ms
- AvgMixedP99: 858.91 ms
- AvgWorstMethodP95Ratio: 8.37x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980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BA9636-219A-7618-6A96-8E149D426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图表占位符 5">
            <a:extLst>
              <a:ext uri="{FF2B5EF4-FFF2-40B4-BE49-F238E27FC236}">
                <a16:creationId xmlns:a16="http://schemas.microsoft.com/office/drawing/2014/main" id="{C6F977F9-F0E6-8140-9F0F-5BBA842D4823}"/>
              </a:ext>
            </a:extLst>
          </p:cNvPr>
          <p:cNvGraphicFramePr>
            <a:graphicFrameLocks noGrp="1"/>
          </p:cNvGraphicFramePr>
          <p:nvPr>
            <p:ph type="chart" sz="half" idx="1"/>
            <p:extLst>
              <p:ext uri="{D42A27DB-BD31-4B8C-83A1-F6EECF244321}">
                <p14:modId xmlns:p14="http://schemas.microsoft.com/office/powerpoint/2010/main" val="2982310186"/>
              </p:ext>
            </p:extLst>
          </p:nvPr>
        </p:nvGraphicFramePr>
        <p:xfrm>
          <a:off x="1524000" y="889000"/>
          <a:ext cx="914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180FF7-66E8-4982-1D8D-4FAAA946567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EC74A2-F9AE-5097-0DCC-225CA5DC4A4C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it-IT" altLang="zh-CN" sz="2400"/>
              <a:t>Scenario Detail (5 runs): scale-in / SuccessRate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698058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CF4B0-5A98-B524-FEF8-2B565296B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图表占位符 5">
            <a:extLst>
              <a:ext uri="{FF2B5EF4-FFF2-40B4-BE49-F238E27FC236}">
                <a16:creationId xmlns:a16="http://schemas.microsoft.com/office/drawing/2014/main" id="{0115638C-4EE6-8A77-B067-BD5D35C15578}"/>
              </a:ext>
            </a:extLst>
          </p:cNvPr>
          <p:cNvGraphicFramePr>
            <a:graphicFrameLocks noGrp="1"/>
          </p:cNvGraphicFramePr>
          <p:nvPr>
            <p:ph type="chart" sz="half" idx="1"/>
            <p:extLst>
              <p:ext uri="{D42A27DB-BD31-4B8C-83A1-F6EECF244321}">
                <p14:modId xmlns:p14="http://schemas.microsoft.com/office/powerpoint/2010/main" val="2723953811"/>
              </p:ext>
            </p:extLst>
          </p:nvPr>
        </p:nvGraphicFramePr>
        <p:xfrm>
          <a:off x="1524000" y="889000"/>
          <a:ext cx="914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92303C-4D59-E77C-6E5D-92063A1BE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CBA4F94-DB3D-C885-5B8D-76B23C4E1512}"/>
              </a:ext>
            </a:extLst>
          </p:cNvPr>
          <p:cNvSpPr txBox="1"/>
          <p:nvPr/>
        </p:nvSpPr>
        <p:spPr>
          <a:xfrm>
            <a:off x="381000" y="127000"/>
            <a:ext cx="1143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it-IT" altLang="zh-CN" sz="2400"/>
              <a:t>Scenario Detail (5 runs): scale-in / MixedP95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598640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3CAB2-771A-F9DE-F94C-C3E99D017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Conclusion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F91D4B-A4BA-8BB8-C5D8-59D33F9CA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StackExchange.Redis remains stronger in availability and latency across all scenarios.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380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</Words>
  <Application>Microsoft Office PowerPoint</Application>
  <PresentationFormat>宽屏</PresentationFormat>
  <Paragraphs>30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Redis Chaos 5-Run Report (10x load)</vt:lpstr>
      <vt:lpstr>Test Setup</vt:lpstr>
      <vt:lpstr>Scenario Stats: failover</vt:lpstr>
      <vt:lpstr>PowerPoint 演示文稿</vt:lpstr>
      <vt:lpstr>PowerPoint 演示文稿</vt:lpstr>
      <vt:lpstr>Scenario Stats: node-down</vt:lpstr>
      <vt:lpstr>PowerPoint 演示文稿</vt:lpstr>
      <vt:lpstr>PowerPoint 演示文稿</vt:lpstr>
      <vt:lpstr>Scenario Stats: scale-in</vt:lpstr>
      <vt:lpstr>PowerPoint 演示文稿</vt:lpstr>
      <vt:lpstr>PowerPoint 演示文稿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Amer Hau.IM</dc:creator>
  <cp:lastModifiedBy>Amer Hau.IM</cp:lastModifiedBy>
  <cp:revision>1</cp:revision>
  <dcterms:created xsi:type="dcterms:W3CDTF">2026-05-05T16:02:39Z</dcterms:created>
  <dcterms:modified xsi:type="dcterms:W3CDTF">2026-05-05T16:02:39Z</dcterms:modified>
</cp:coreProperties>
</file>
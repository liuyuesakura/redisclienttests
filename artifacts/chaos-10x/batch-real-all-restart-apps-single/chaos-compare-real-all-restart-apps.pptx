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SuccessRate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5164-4089-A456-DC990818D82A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99.99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5164-4089-A456-DC990818D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03551696"/>
        <c:axId val="1903557936"/>
      </c:lineChart>
      <c:catAx>
        <c:axId val="1903551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3557936"/>
        <c:crosses val="autoZero"/>
        <c:auto val="1"/>
        <c:lblAlgn val="ctr"/>
        <c:lblOffset val="100"/>
        <c:noMultiLvlLbl val="0"/>
      </c:catAx>
      <c:valAx>
        <c:axId val="1903557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SuccessRate(%)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3551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MixedP95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10611.3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87DC-4D93-8BAC-E8E39FFB747B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2654.08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87DC-4D93-8BAC-E8E39FFB74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08126656"/>
        <c:axId val="1908128096"/>
      </c:lineChart>
      <c:catAx>
        <c:axId val="190812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8128096"/>
        <c:crosses val="autoZero"/>
        <c:auto val="1"/>
        <c:lblAlgn val="ctr"/>
        <c:lblOffset val="100"/>
        <c:noMultiLvlLbl val="0"/>
      </c:catAx>
      <c:valAx>
        <c:axId val="1908128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Latency(ms)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812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SuccessRate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99.6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1D8F-4688-B2E2-A742DDD4337C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1D8F-4688-B2E2-A742DDD433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09109440"/>
        <c:axId val="1909119520"/>
      </c:lineChart>
      <c:catAx>
        <c:axId val="1909109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9119520"/>
        <c:crosses val="autoZero"/>
        <c:auto val="1"/>
        <c:lblAlgn val="ctr"/>
        <c:lblOffset val="100"/>
        <c:noMultiLvlLbl val="0"/>
      </c:catAx>
      <c:valAx>
        <c:axId val="1909119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SuccessRate(%)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9109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MixedP95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12383.74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593F-4C2B-B4D0-6D96C338EE65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1653.85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593F-4C2B-B4D0-6D96C338EE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08616160"/>
        <c:axId val="1903564176"/>
      </c:lineChart>
      <c:catAx>
        <c:axId val="190861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3564176"/>
        <c:crosses val="autoZero"/>
        <c:auto val="1"/>
        <c:lblAlgn val="ctr"/>
        <c:lblOffset val="100"/>
        <c:noMultiLvlLbl val="0"/>
      </c:catAx>
      <c:valAx>
        <c:axId val="1903564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Latency(ms)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8616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SuccessRate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99.03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B638-43D9-B5EE-8B3A17767637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99.9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B638-43D9-B5EE-8B3A177676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12256256"/>
        <c:axId val="1912258176"/>
      </c:lineChart>
      <c:catAx>
        <c:axId val="1912256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12258176"/>
        <c:crosses val="autoZero"/>
        <c:auto val="1"/>
        <c:lblAlgn val="ctr"/>
        <c:lblOffset val="100"/>
        <c:noMultiLvlLbl val="0"/>
      </c:catAx>
      <c:valAx>
        <c:axId val="1912258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SuccessRate(%)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12256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MixedP95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10533.29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2815-4978-BF25-1A65FCA0DB06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1692.46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2815-4978-BF25-1A65FCA0DB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09122400"/>
        <c:axId val="1909122880"/>
      </c:lineChart>
      <c:catAx>
        <c:axId val="1909122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9122880"/>
        <c:crosses val="autoZero"/>
        <c:auto val="1"/>
        <c:lblAlgn val="ctr"/>
        <c:lblOffset val="100"/>
        <c:noMultiLvlLbl val="0"/>
      </c:catAx>
      <c:valAx>
        <c:axId val="1909122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Latency(ms)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09122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67777-3563-B4B0-3105-57F65F54F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351134-6397-FD84-B5D8-7D8E7A406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CE5AE2-A0DE-BB30-4243-665B73D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F050B7-62F4-DA94-9E54-F4FE93E3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B62CB2-1FF4-5399-04EC-3D6F0595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348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A4063-D9FD-F67E-0179-D93BE7EA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77B7D-333A-2AD2-DAA4-F88AEDC9B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2493B9-36EC-2004-0DA9-67FFC450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403598-98BE-9842-8202-888A4A666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81E0B-8A6F-B1A5-C803-A042D525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08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5CAAB8-9918-5ABB-8BEA-3864A6F7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DEDDF6-63A8-695B-8F0F-CD85FE003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BEFA00-DB53-C0FC-7A99-0F0340671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40A1EA-EF46-8AF3-00E4-0F9225CF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09E1DB-4E42-F714-AD6A-1F9895CBD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89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D5A2B5-5C6E-3069-4BFE-E887261DD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F5D803-4D45-741A-7423-77C4BB0ED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1BD6F5-CB71-1DB2-B13B-453383C7B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4EA136-7428-E209-AD44-FE9D1BBF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8D9F3F-331C-8C79-71C8-E1B89027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B2A07F-4155-A9B5-2FF5-A8BFF3C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97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9C282-A90B-2AF7-FA25-23BA55BB1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A47921-1818-39D8-25B7-CCA10ADA9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82A957-C8A3-8AE5-1C21-D120FE47D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576D83-F543-447F-3928-DA0CB5AAE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77A124-4EF7-C742-D661-CE390B52BE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0BBABB-4A18-D315-C6E8-E3EB66C2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E793EE-3661-D8F1-F817-B0EC9A88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7E5315-730D-D4CC-90C2-813B491E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36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88A53-BD5C-7466-5DCF-2E1FDCDA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A0AA9A-1A1A-02F2-7E1F-93CED22C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0779C0-B2E5-F754-5E5A-54247DD0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34CB25-1B5F-2D6D-7CE2-AD4D418C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108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3124A1-55B6-9813-6324-88227BE1C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7C7760-D900-C23C-E8A4-E1512B17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793EF3-2E4E-811A-D04C-B9E8F869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72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AD75B-D9DE-9119-8440-AF5D6AFB6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F0F237-1583-E225-B0F9-05966EE82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9B1602-D6E2-BF55-F6FD-C1C0E21BA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97D636-F047-28F7-5450-BF1E5FB0C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A91F4A-3FAA-0060-8103-B39D06D3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CCD70-5BF1-5BFD-78F4-032865B2D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259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165D32-B033-68F5-9E7E-634F5C692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4802A1-E0DD-04DD-6F03-391D2A1E5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C9B5FF-0C00-3A3D-12DE-DFE359BF8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38E230-39B9-DB7A-63D7-451FFC0E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3B87EB-6A81-540A-8404-DB41E9CB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8760D8-3066-57EC-FE2A-60CCAAEE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341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8F0A1-EA51-A10C-BA0F-9B3F82FB6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88E1CD-E625-CDB1-414C-F69A9D30A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7E03D2-4B18-9FAB-1C90-74F0E82DE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CE452-DEDD-11AD-BFAB-66E85920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5407A2-F446-CE16-4669-EA354533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053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9539CD-CF95-2C78-84BB-9A8EB7781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9B875B-A3A3-8BC6-D0A6-53DCACE77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35682E-0DCD-EE8B-7B22-C0276BC7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839B8-AADD-A830-7744-A4A20EBC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384D2-3FD8-00BA-DE67-C5876A0E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892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51166C-4FCE-F3DF-4F08-9132B7FF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BA08FF-1AAB-2C5C-B35D-82286F2C3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A2BD40-B6CA-51D5-7573-E493428EF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26CA14-71DD-6410-54FE-B6F39F42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20D3D0-A3E4-1C7F-02F4-9BDBC67B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783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标题，图表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3F78D-4F3B-1316-27C4-B839D21C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B559C5EA-AC5B-60C7-90EC-A5E7C6B74E7F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37CEE7-5CBD-9D42-0D2D-4195E4C49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F3F02A-9BD4-C84C-44B4-787CBA175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C1C8CE-3A68-CC1A-2711-C883B4A7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7F0EF3-A7E9-55C4-A9A3-D5489F7B1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60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6F4A39-6C75-D199-4C72-8FD51659E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1D23A6-4EEB-FCED-FE34-4CBE6AB5E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F7AE83-37CF-D6AB-A5AA-3E1B3DF64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7EE6C-FD0D-41BB-B0F1-4A83F2714D53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7F9038-5541-0254-4F2F-1B4A3EAAB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63328E-B0C3-EDD9-A469-8BB8A60A9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FD0A7-8D77-4BB9-9D19-75D6BAED0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40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605CF-F8C5-7CFA-D04E-04E34961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Redis Chaos 5-Run Report (10x load)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D0BF2A-D982-8E4F-E622-0D018B019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Order: scenario stats -&gt; detail charts
Data source: artifacts\chaos-10x\batch-real-all-restart-apps-single\aggregate.summary.csv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491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7CAD9-5DF6-C3AC-4354-281EFFD6F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Test Setup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6BBFDF-C6EF-F256-CF75-4D46EDE82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- 5 real iterations
- full cluster restart before each run
- scenario per run: failover / node-down / scale-in
- compare: csredis vs stackexchange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557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B9835-86FB-D0AC-9CDF-4047BC8E4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Scenario Stats: failover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7375E5-7771-E5F1-522F-EDC62FEAF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/>
              <a:t>CSRedis:
- AvgSuccessRate: 100%
- AvgMixedQps: 87.36
- AvgMixedP95: 10611.3 ms
- AvgMixedP99: 20732.28 ms
- AvgWorstMethodP95Ratio: 200.44x
StackExchange.Redis:
- AvgSuccessRate: 99.99%
- AvgMixedQps: 199.28
- AvgMixedP95: 2654.08 ms
- AvgMixedP99: 21899.6 ms
- AvgWorstMethodP95Ratio: 23.81x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814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AED63-C7FF-6439-1D5D-45BF1AB0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7412C358-FDF0-8340-B6A6-25D24A7C5D10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3255036979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AE3310-A419-478B-6C49-E03CA0ED5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BDBCAC-7DA9-6F10-D4AA-4ED03F59D2FF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/>
              <a:t>Scenario Detail (5 runs): failover / SuccessRate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95896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F620CA-94F7-C2A3-BDCD-6EEB843F9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9C647BE2-9A29-A012-E7D7-DA234D99DE2A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3964715500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5A92D6-5771-E530-6A97-D840D78F0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C8AA09-0376-B56F-2E97-C5F43CF96F69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/>
              <a:t>Scenario Detail (5 runs): failover / MixedP95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806857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BAF3D-A7BA-5B38-6CCE-DA53C8625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Scenario Stats: node-down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092C4F-DD77-392D-5841-499C6F330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/>
              <a:t>CSRedis:
- AvgSuccessRate: 99.6%
- AvgMixedQps: 76.69
- AvgMixedP95: 12383.74 ms
- AvgMixedP99: 24848.78 ms
- AvgWorstMethodP95Ratio: 128.95x
StackExchange.Redis:
- AvgSuccessRate: 100%
- AvgMixedQps: 227.05
- AvgMixedP95: 1653.85 ms
- AvgMixedP99: 9752.01 ms
- AvgWorstMethodP95Ratio: 22.75x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537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3947A-282A-EFC0-8BD9-94FD7E19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C969A3A8-387F-E806-71D9-9354FB6E8CAE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3466470885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6888CB-2402-BEEF-3EBD-7DCA4D2E6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D52476-E64D-A20E-3396-A01803683484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/>
              <a:t>Scenario Detail (5 runs): node-down / SuccessRate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135197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F32BD-3A7E-A398-D399-71C654761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E12ECA8C-7A41-37A1-4E41-D918C821D574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1101953234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EE23E4-D7CC-41F3-FCB7-B501BF243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DC1CF1-178E-02E0-93AE-FAC493AD7D11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/>
              <a:t>Scenario Detail (5 runs): node-down / MixedP95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25405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A5217-E4AB-55AB-B0E1-56A3E24E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Scenario Stats: scale-in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99CD57-B576-84CB-9480-AEA6A4FDA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/>
              <a:t>CSRedis:
- AvgSuccessRate: 99.03%
- AvgMixedQps: 85.32
- AvgMixedP95: 10533.29 ms
- AvgMixedP99: 27517.21 ms
- AvgWorstMethodP95Ratio: 135.53x
StackExchange.Redis:
- AvgSuccessRate: 99.9%
- AvgMixedQps: 233.43
- AvgMixedP95: 1692.46 ms
- AvgMixedP99: 10303.13 ms
- AvgWorstMethodP95Ratio: 21.65x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749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ACAB1-F4BF-A5D8-CF79-00771EFA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45DBCD38-5203-5831-0F9E-95AE48E01AC9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3856560466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12E222-DAB5-30BC-51AE-7C64A8D81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02503B-D0EA-1D12-1F61-153B78F93752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altLang="zh-CN" sz="2400"/>
              <a:t>Scenario Detail (5 runs): scale-in / SuccessRate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67963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B9B1E-F000-F305-E8D7-9C32AD47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165151A0-C4EF-B426-117D-47EE48D23DEF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204097841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640957-7528-B661-6549-6D654E920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34EF60-1923-C959-33FE-4274A2ABFA36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altLang="zh-CN" sz="2400"/>
              <a:t>Scenario Detail (5 runs): scale-in / MixedP95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897850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15BE9-92EB-7843-6882-34A6E121A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Conclusion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FE1E7A-D95C-4658-E629-C7E4D5025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StackExchange.Redis remains stronger in availability and latency across all scenarios.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54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宽屏</PresentationFormat>
  <Paragraphs>30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Redis Chaos 5-Run Report (10x load)</vt:lpstr>
      <vt:lpstr>Test Setup</vt:lpstr>
      <vt:lpstr>Scenario Stats: failover</vt:lpstr>
      <vt:lpstr>PowerPoint 演示文稿</vt:lpstr>
      <vt:lpstr>PowerPoint 演示文稿</vt:lpstr>
      <vt:lpstr>Scenario Stats: node-down</vt:lpstr>
      <vt:lpstr>PowerPoint 演示文稿</vt:lpstr>
      <vt:lpstr>PowerPoint 演示文稿</vt:lpstr>
      <vt:lpstr>Scenario Stats: scale-in</vt:lpstr>
      <vt:lpstr>PowerPoint 演示文稿</vt:lpstr>
      <vt:lpstr>PowerPoint 演示文稿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Amer Hau.IM</dc:creator>
  <cp:lastModifiedBy>Amer Hau.IM</cp:lastModifiedBy>
  <cp:revision>1</cp:revision>
  <dcterms:created xsi:type="dcterms:W3CDTF">2026-05-05T16:54:11Z</dcterms:created>
  <dcterms:modified xsi:type="dcterms:W3CDTF">2026-05-05T16:54:11Z</dcterms:modified>
</cp:coreProperties>
</file>